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731520"/>
            <a:ext cx="3474720" cy="347472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26A69A">
              <a:alpha val="15000"/>
            </a:srgbClr>
          </a:solidFill>
          <a:ln w="12700">
            <a:solidFill>
              <a:srgbClr val="26A69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SmartRoom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Monitor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" y="2487168"/>
            <a:ext cx="5303520" cy="36576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Flask Web Application for Real-Time Hostel Appliance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Dwivedi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Shukla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Sparsh Gupta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639312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611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 Pal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43484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07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Ruchi Chaurasia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typical hostel environment, hostel wardens and administrators have no easy way to track which fans and lights are left ON unnecessarily — leading to energy waste and higher utility bills.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87452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" y="299923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dashboard to know which room's appliances are running.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8745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7452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8328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299923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&amp; lights left ON in vacant rooms go unnoticed for hours.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874520"/>
            <a:ext cx="265176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6364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999232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have no way to get or share status reports easily.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SmartRoom Appliance Monitor — a web-based system that lets hostel wardens log, view, and email appliance status reports from any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Browser-accessible dashboard — no app install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9202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2356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HTML Report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23042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 table with colour-coded ON/OFF cells.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7673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Auto-sends formatted HTML report to a recipient via Gmail.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4114800" cy="126187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383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Support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37673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rooms (A-11 to A-14 and beyond).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682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3408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(Web Framework)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" y="303580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999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(Email via SMTP)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" y="3694176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6576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(Env Vars)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0712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1682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Templates (Jinja2)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0712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23408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(status colour coding)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10712" y="303580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999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form inputs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36792" y="1719072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4536" y="1682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(port 587)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6792" y="23774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234086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STARTTLS encryption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36792" y="3035808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29992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0.0.0.0, Port: 5000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36792" y="3694176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36576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(Production)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opens 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http://localhost:5000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70992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06984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933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email + checks Fan/Light per room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70992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96012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06984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069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1618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Submit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9933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 to Flask /index route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9900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processes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form, stores status in memory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363016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88036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5848" y="29900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33756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(optional)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fired via Gmail SMTP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630168"/>
            <a:ext cx="228600" cy="5486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880360"/>
            <a:ext cx="2651760" cy="1627632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36208" y="29900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/report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9136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HTML table rendered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Deep Dive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Report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HTML-formatted email with an embedded 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21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cells for ON, Red cells for OFF 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timestamp of the report submission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Gmail SMTP with App Password (2FA)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767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stored securely in .env 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Status Table Preview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00600" y="1572768"/>
            <a:ext cx="9144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5727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33872" y="1572768"/>
            <a:ext cx="14630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88352" y="1572768"/>
            <a:ext cx="14630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901952"/>
            <a:ext cx="914400" cy="512064"/>
          </a:xfrm>
          <a:prstGeom prst="rect">
            <a:avLst/>
          </a:prstGeom>
          <a:solidFill>
            <a:srgbClr val="F4F9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90195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33872" y="1901952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190195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88352" y="1901952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190195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487168"/>
            <a:ext cx="914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8716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33872" y="2487168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24871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88352" y="2487168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8352" y="24871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3072384"/>
            <a:ext cx="914400" cy="512064"/>
          </a:xfrm>
          <a:prstGeom prst="rect">
            <a:avLst/>
          </a:prstGeom>
          <a:solidFill>
            <a:srgbClr val="F4F9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7238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33872" y="3072384"/>
            <a:ext cx="1463040" cy="512064"/>
          </a:xfrm>
          <a:prstGeom prst="rect">
            <a:avLst/>
          </a:prstGeom>
          <a:solidFill>
            <a:srgbClr val="C8E6C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07238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88352" y="3072384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07238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00600" y="3657600"/>
            <a:ext cx="914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5760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33872" y="3657600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365760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388352" y="3657600"/>
            <a:ext cx="1463040" cy="512064"/>
          </a:xfrm>
          <a:prstGeom prst="rect">
            <a:avLst/>
          </a:prstGeom>
          <a:solidFill>
            <a:srgbClr val="FFCDD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8352" y="365760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SmartRoom-ApplianceMonitor/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🐍  appliance_monitor.py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335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Main Flask app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requirements.txt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82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Flask, python-dotenv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 .env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029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Email credentials (private)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🚫  .gitignore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Excludes .env from git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templates/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base.html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072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Layout template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index.html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419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Input form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report.html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767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Status report 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static/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🎨  style.css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Styling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1480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Faced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Gmail credentials using App Passwords instead of plain passwords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76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form state across Flask routes via global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809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colour-coded HTML email compatible with email clients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164592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685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app accessible on local network (host 0.0.0.0)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05840"/>
            <a:ext cx="41148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Learnings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28032" y="160020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572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routing, request handling (GET/POST), and redirects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28032" y="2304288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276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emails programmatically using Python smtplib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300837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9809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management using python-dotenv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712464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685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development: backend logic + Jinja2 HTML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take this project next: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 plugs (ESP8266/Raspberry Pi) to auto-detect real appliance state.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variables with SQLite/PostgreSQL for persistent historical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801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APScheduler or Celery to auto-send reports at fixed intervals (morning/night).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154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or React Native front-end for wardens to check status on the go.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154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8328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showing energy usage trends, peak hours, and per-room consumption.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651760" cy="1508760"/>
          </a:xfrm>
          <a:prstGeom prst="rect">
            <a:avLst/>
          </a:prstGeom>
          <a:solidFill>
            <a:srgbClr val="132535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3154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3538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886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vs. student access with Flask-Login and JWT authentication.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74320"/>
            <a:ext cx="3291840" cy="329184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430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to make hostel life a little smarter.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Dwivedi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Shukla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Sparsh Gupta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2743200"/>
            <a:ext cx="1371600" cy="137160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743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 Pal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github.com/ShreyanshFS/SmartRoom-ApplianceMonitor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SmartRoom Appliance Monitor</dc:title>
  <dc:subject>PptxGenJS Presentation</dc:subject>
  <dc:creator>Shreyansh Dwivedi, Shreyash Shukla, Sparsh Gupta, Shivansh Pal</dc:creator>
  <cp:lastModifiedBy>Shreyansh Dwivedi, Shreyash Shukla, Sparsh Gupta, Shivansh Pal</cp:lastModifiedBy>
  <cp:revision>1</cp:revision>
  <dcterms:created xsi:type="dcterms:W3CDTF">2026-04-03T09:40:27Z</dcterms:created>
  <dcterms:modified xsi:type="dcterms:W3CDTF">2026-04-03T09:40:27Z</dcterms:modified>
</cp:coreProperties>
</file>