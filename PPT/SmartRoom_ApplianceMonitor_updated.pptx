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731520"/>
            <a:ext cx="3474720" cy="3474720"/>
          </a:xfrm>
          <a:prstGeom prst="ellipse">
            <a:avLst/>
          </a:prstGeom>
          <a:solidFill>
            <a:srgbClr val="00897B">
              <a:alpha val="18000"/>
            </a:srgbClr>
          </a:solidFill>
          <a:ln w="12700">
            <a:solidFill>
              <a:srgbClr val="00897B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26A69A">
              <a:alpha val="15000"/>
            </a:srgbClr>
          </a:solidFill>
          <a:ln w="12700">
            <a:solidFill>
              <a:srgbClr val="26A69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77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SmartRoom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Monitor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11480" y="2487168"/>
            <a:ext cx="5303520" cy="3657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606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Flask Web Application for Real-Time Hostel Appliance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639312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11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Shreyansh Dwivedi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3639312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3611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Shreyash Shukla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3639312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611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Sparsh Gupta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3639312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3611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Shivansh Pal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160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434840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407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Ruchi Chaurasia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typical hostel environment, hostel wardens and administrators have no easy way to track which fans and lights are left ON unnecessarily — leading to energy waste and higher utility bills.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874520"/>
            <a:ext cx="265176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💡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1208" y="2999232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dashboard to know which room's appliances are running.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87452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874520"/>
            <a:ext cx="265176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83280" y="26334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Waste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01568" y="2999232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&amp; lights left ON in vacant rooms go unnoticed for hours.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187452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874520"/>
            <a:ext cx="265176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63640" y="26334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Reporting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81928" y="2999232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Wardens have no way to get or share status reports easily.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SmartRoom Appliance Monitor — a web-based system that lets hostel wardens log, view, and email appliance status reports from any browser.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4114800" cy="126187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920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Interface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30428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 sidebar dashboard — no app install needed.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828800"/>
            <a:ext cx="4114800" cy="126187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92024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623560" y="1920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HTML Report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23560" y="230428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status table with colour-coded ON/OFF cells.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291840"/>
            <a:ext cx="4114800" cy="126187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8328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34440" y="3383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76732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Auto-sends formatted HTML report to a recipient via Gmail.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291840"/>
            <a:ext cx="4114800" cy="126187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38328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23560" y="3383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Multi-Room Support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23560" y="376732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any number of rooms (A-11 to A-14 and beyond).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171907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68249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" y="237744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234086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(Web Framework)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4632" y="3035808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99923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smtplib (Email via SMTP)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" y="3694176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6576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(Env Vars)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46120" y="1051560"/>
            <a:ext cx="27432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46120" y="15544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10712" y="171907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48456" y="168249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Templates (Jinja2)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10712" y="237744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48456" y="234086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Dark Theme (1100+ lines)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10712" y="3035808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299923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 6.0 + Inter Font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1051560"/>
            <a:ext cx="27432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72200" y="15544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36792" y="171907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74536" y="168249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 (port 587)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36792" y="237744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4536" y="234086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STARTTLS encryption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36792" y="3035808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74536" y="299923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0.0.0.0, Port: 5000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36792" y="3694176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4536" y="36576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(Production)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162763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69848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69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184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 opens browser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to http://localhost:5000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7520" y="1709928"/>
            <a:ext cx="22860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960120"/>
            <a:ext cx="2651760" cy="162763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5848" y="1069848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069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16184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form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99339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email + checks Fan/Light per room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1709928"/>
            <a:ext cx="22860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960120"/>
            <a:ext cx="2651760" cy="162763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1069848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069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16184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Submit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99339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request to Flask /index route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880360"/>
            <a:ext cx="2651760" cy="162763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2990088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990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3538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processes data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91363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form, stores status in memory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17520" y="3630168"/>
            <a:ext cx="22860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2880360"/>
            <a:ext cx="2651760" cy="162763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55848" y="2990088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2990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337560" y="3538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 (optional)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37560" y="391363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 fired via Gmail SMTP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97880" y="3630168"/>
            <a:ext cx="22860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2880360"/>
            <a:ext cx="2651760" cy="162763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36208" y="2990088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2990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217920" y="3538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to /report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17920" y="391363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HTML table rendered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Deep Dive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1148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Report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572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HTML-formatted email with an embedded table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121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cells for ON, Red cells for OFF status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670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timestamp of the report submission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218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Gmail SMTP with App Password (2FA)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767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stored securely in .env file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005840"/>
            <a:ext cx="41148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0789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Status Table Preview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00600" y="1572768"/>
            <a:ext cx="9144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5727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33872" y="1572768"/>
            <a:ext cx="146304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15727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88352" y="1572768"/>
            <a:ext cx="146304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88352" y="15727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1901952"/>
            <a:ext cx="914400" cy="512064"/>
          </a:xfrm>
          <a:prstGeom prst="rect">
            <a:avLst/>
          </a:prstGeom>
          <a:solidFill>
            <a:srgbClr val="F4F9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901952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33872" y="1901952"/>
            <a:ext cx="1463040" cy="512064"/>
          </a:xfrm>
          <a:prstGeom prst="rect">
            <a:avLst/>
          </a:prstGeom>
          <a:solidFill>
            <a:srgbClr val="C8E6C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1901952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88352" y="1901952"/>
            <a:ext cx="1463040" cy="512064"/>
          </a:xfrm>
          <a:prstGeom prst="rect">
            <a:avLst/>
          </a:prstGeom>
          <a:solidFill>
            <a:srgbClr val="C8E6C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88352" y="1901952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2487168"/>
            <a:ext cx="9144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487168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33872" y="2487168"/>
            <a:ext cx="1463040" cy="512064"/>
          </a:xfrm>
          <a:prstGeom prst="rect">
            <a:avLst/>
          </a:prstGeom>
          <a:solidFill>
            <a:srgbClr val="FFCDD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33872" y="2487168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88352" y="2487168"/>
            <a:ext cx="1463040" cy="512064"/>
          </a:xfrm>
          <a:prstGeom prst="rect">
            <a:avLst/>
          </a:prstGeom>
          <a:solidFill>
            <a:srgbClr val="C8E6C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88352" y="2487168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00600" y="3072384"/>
            <a:ext cx="914400" cy="512064"/>
          </a:xfrm>
          <a:prstGeom prst="rect">
            <a:avLst/>
          </a:prstGeom>
          <a:solidFill>
            <a:srgbClr val="F4F9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072384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A-13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833872" y="3072384"/>
            <a:ext cx="1463040" cy="512064"/>
          </a:xfrm>
          <a:prstGeom prst="rect">
            <a:avLst/>
          </a:prstGeom>
          <a:solidFill>
            <a:srgbClr val="C8E6C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33872" y="3072384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388352" y="3072384"/>
            <a:ext cx="1463040" cy="512064"/>
          </a:xfrm>
          <a:prstGeom prst="rect">
            <a:avLst/>
          </a:prstGeom>
          <a:solidFill>
            <a:srgbClr val="FFCDD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8352" y="3072384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00600" y="3657600"/>
            <a:ext cx="9144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657600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833872" y="3657600"/>
            <a:ext cx="1463040" cy="512064"/>
          </a:xfrm>
          <a:prstGeom prst="rect">
            <a:avLst/>
          </a:prstGeom>
          <a:solidFill>
            <a:srgbClr val="FFCDD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33872" y="3657600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388352" y="3657600"/>
            <a:ext cx="1463040" cy="512064"/>
          </a:xfrm>
          <a:prstGeom prst="rect">
            <a:avLst/>
          </a:prstGeom>
          <a:solidFill>
            <a:srgbClr val="FFCDD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88352" y="3657600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SmartRoom-ApplianceMonitor/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335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🐍  appliance_monitor.py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0" y="13350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Main Flask app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1682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requirements.txt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6824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Flask, python-dotenv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 .env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20299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Email credentials (private)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🚫  .gitignore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2377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Excludes .env from git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templates/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3072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layout.html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30723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Sidebar master layout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508760" y="3419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index.html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3419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Appliance input form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0876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report.html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37673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Status report view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static/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4462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🎨  style.css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7680" y="4462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Dark theme (1100+ lines)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11480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Challenges Faced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64592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5727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Gmail credentials using App Passwords instead of plain passwords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164592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768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form state across Flask routes via global variables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08376"/>
            <a:ext cx="164592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98094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colour-coded HTML email compatible with email clients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12464"/>
            <a:ext cx="164592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685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app accessible on local network (host 0.0.0.0)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05840"/>
            <a:ext cx="41148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0789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Learnings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28032" y="1600200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5727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routing, request handling (GET/POST), and redirects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28032" y="2304288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2768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emails programmatically using Python smtplib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28032" y="3008376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98094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 management using python-dotenv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28032" y="3712464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685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development: backend logic + Jinja2 HTML templates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can take this project next: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1508760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4173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801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smart plugs (ESP8266/Raspberry Pi) to auto-detect real appliance state.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51760" cy="1508760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4173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1801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148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in-memory variables with SQLite/PostgreSQL for persistent historical data.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325880"/>
            <a:ext cx="2651760" cy="1508760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14173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1801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Reports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148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APScheduler or Celery to auto-send reports at fixed intervals (morning/night).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2651760" cy="1508760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1546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3538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886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or React Native front-end for wardens to check status on the go.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3063240"/>
            <a:ext cx="2651760" cy="1508760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31546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83280" y="3538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886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showing energy usage trends, peak hours, and per-room consumption.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3063240"/>
            <a:ext cx="2651760" cy="1508760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31546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63640" y="3538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886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vs. student access with Flask-Login and JWT authentication.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274320"/>
            <a:ext cx="3291840" cy="3291840"/>
          </a:xfrm>
          <a:prstGeom prst="ellipse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4300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11480" y="21031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this to make hostel life a little smarter.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1371600" cy="1371600"/>
          </a:xfrm>
          <a:prstGeom prst="ellipse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Shreyansh Dwivedi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2743200"/>
            <a:ext cx="1371600" cy="1371600"/>
          </a:xfrm>
          <a:prstGeom prst="ellipse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743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Shreyash Shukla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2743200"/>
            <a:ext cx="1371600" cy="1371600"/>
          </a:xfrm>
          <a:prstGeom prst="ellipse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743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916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Sparsh Gupta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95160" y="2743200"/>
            <a:ext cx="1371600" cy="1371600"/>
          </a:xfrm>
          <a:prstGeom prst="ellipse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2743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Shivansh Pal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github.com/ShreyanshFS/SmartRoom-ApplianceMonitor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SmartRoom Appliance Monitor</dc:title>
  <dc:subject>PptxGenJS Presentation</dc:subject>
  <dc:creator>Shreyansh Dwivedi, Shreyash Shukla, Sparsh Gupta, Shivansh Pal</dc:creator>
  <cp:lastModifiedBy>Shreyansh Dwivedi, Shreyash Shukla, Sparsh Gupta, Shivansh Pal</cp:lastModifiedBy>
  <cp:revision>1</cp:revision>
  <dcterms:created xsi:type="dcterms:W3CDTF">2026-04-03T09:40:27Z</dcterms:created>
  <dcterms:modified xsi:type="dcterms:W3CDTF">2026-04-03T09:40:27Z</dcterms:modified>
</cp:coreProperties>
</file>